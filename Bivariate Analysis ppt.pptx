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300" strike="noStrike" u="non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IN" sz="21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0976169D-5304-4A87-8981-69823BE795F3}" type="slidenum"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300" strike="noStrike" u="non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IN" sz="21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4E870FAF-3DFF-47B1-B103-DB6C2B8A6F12}" type="slidenum"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300" strike="noStrike" u="non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IN" sz="21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FD15A014-B18A-4BE2-9AE8-1A383F1DD6C1}" type="slidenum"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300" strike="noStrike" u="non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IN" sz="21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IN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5637B43F-9EAC-4F8B-B1BB-ACB9BAE5E1DA}" type="slidenum"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ubTitle"/>
          </p:nvPr>
        </p:nvSpPr>
        <p:spPr>
          <a:xfrm>
            <a:off x="540000" y="32400"/>
            <a:ext cx="9000000" cy="500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i="1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rPr>
              <a:t>Bivariate assessment </a:t>
            </a:r>
            <a:endParaRPr b="1" i="1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i="1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rPr>
              <a:t>By</a:t>
            </a:r>
            <a:endParaRPr b="1" i="1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i="1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rPr>
              <a:t>MuthuKumaran</a:t>
            </a:r>
            <a:endParaRPr b="1" i="1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endParaRPr b="1" i="1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IN" sz="2000" strike="noStrike" u="none">
                <a:solidFill>
                  <a:srgbClr val="ff4000"/>
                </a:solidFill>
                <a:effectLst/>
                <a:uFillTx/>
                <a:latin typeface="Arial"/>
              </a:rPr>
              <a:t>Replace the NaN values with correct value. And justify why you have</a:t>
            </a:r>
            <a:br>
              <a:rPr sz="2000"/>
            </a:br>
            <a:r>
              <a:rPr b="0" lang="en-IN" sz="2000" strike="noStrike" u="none">
                <a:solidFill>
                  <a:srgbClr val="ff4000"/>
                </a:solidFill>
                <a:effectLst/>
                <a:uFillTx/>
                <a:latin typeface="Arial"/>
              </a:rPr>
              <a:t>chosen the same</a:t>
            </a:r>
            <a:endParaRPr b="0" lang="en-IN" sz="2000" strike="noStrike" u="none">
              <a:solidFill>
                <a:srgbClr val="ff4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rPr>
              <a:t>The reason was according to dataset they not getting salary so in that place NAN was there so we have replace in that place zero.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IN" sz="3200" strike="noStrike" u="none">
                <a:solidFill>
                  <a:srgbClr val="dd4100"/>
                </a:solidFill>
                <a:effectLst/>
                <a:uFillTx/>
                <a:latin typeface="Times New Roman"/>
              </a:rPr>
              <a:t>2)How many of them are not placed</a:t>
            </a:r>
            <a:endParaRPr b="0" lang="en-IN" sz="3200" strike="noStrike" u="non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IN" sz="32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rPr>
              <a:t>64 was not placed</a:t>
            </a:r>
            <a:endParaRPr b="0" lang="en-IN" sz="32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IN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3)Find the reason for non placement from the dataset?</a:t>
            </a:r>
            <a:endParaRPr b="0" lang="en-IN" sz="3300" strike="noStrike" u="non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IN" sz="32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Because they not getting salary</a:t>
            </a:r>
            <a:endParaRPr b="0" lang="en-IN" sz="32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IN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4)What kind of relation between salary and mba</a:t>
            </a:r>
            <a:endParaRPr b="0" lang="en-IN" sz="3300" strike="noStrike" u="non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22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df.select_dtypes(include='number')[['mba_p', 'salary']].corr()</a:t>
            </a:r>
            <a:endParaRPr b="0" lang="en-IN" sz="22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pPr indent="0">
              <a:buNone/>
            </a:pPr>
            <a:r>
              <a:rPr b="0" lang="en-IN" sz="22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High positive MBA score strongly affects salary</a:t>
            </a:r>
            <a:endParaRPr b="0" lang="en-IN" sz="22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pPr indent="0">
              <a:buNone/>
            </a:pPr>
            <a:r>
              <a:rPr b="0" lang="en-IN" sz="22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Low Weak or no impact </a:t>
            </a:r>
            <a:endParaRPr b="0" lang="en-IN" sz="22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Which specialization is getting minimum salary</a:t>
            </a:r>
            <a:br>
              <a:rPr sz="2000"/>
            </a:br>
            <a:r>
              <a:rPr b="0" lang="en-IN" sz="20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dataset[quan].min() </a:t>
            </a:r>
            <a:endParaRPr b="0" lang="en-IN" sz="2000" strike="noStrike" u="none">
              <a:solidFill>
                <a:srgbClr val="dd4100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360000" y="2520000"/>
            <a:ext cx="9360000" cy="190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>
              <a:buNone/>
            </a:pPr>
            <a:r>
              <a:rPr b="0" lang="en-IN" sz="15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sl_no            1.00</a:t>
            </a:r>
            <a:endParaRPr b="0" lang="en-IN" sz="15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pPr indent="0">
              <a:buNone/>
            </a:pPr>
            <a:r>
              <a:rPr b="0" lang="en-IN" sz="15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ssc_p           40.89</a:t>
            </a:r>
            <a:endParaRPr b="0" lang="en-IN" sz="15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pPr indent="0">
              <a:buNone/>
            </a:pPr>
            <a:r>
              <a:rPr b="0" lang="en-IN" sz="15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hsc_p           37.00</a:t>
            </a:r>
            <a:endParaRPr b="0" lang="en-IN" sz="15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pPr indent="0">
              <a:buNone/>
            </a:pPr>
            <a:r>
              <a:rPr b="0" lang="en-IN" sz="15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degree_p        50.00</a:t>
            </a:r>
            <a:endParaRPr b="0" lang="en-IN" sz="15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pPr indent="0">
              <a:buNone/>
            </a:pPr>
            <a:r>
              <a:rPr b="0" lang="en-IN" sz="15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etest_p         50.00</a:t>
            </a:r>
            <a:endParaRPr b="0" lang="en-IN" sz="15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pPr indent="0">
              <a:buNone/>
            </a:pPr>
            <a:r>
              <a:rPr b="0" lang="en-IN" sz="15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mba_p           51.21</a:t>
            </a:r>
            <a:endParaRPr b="0" lang="en-IN" sz="15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pPr indent="0">
              <a:buNone/>
            </a:pPr>
            <a:r>
              <a:rPr b="0" lang="en-IN" sz="15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salary      200000.00</a:t>
            </a:r>
            <a:endParaRPr b="0" lang="en-IN" sz="15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pPr indent="0" algn="ctr">
              <a:buNone/>
            </a:pPr>
            <a:r>
              <a:rPr b="0" lang="en-IN" sz="15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dtype: float64   </a:t>
            </a:r>
            <a:endParaRPr b="0" lang="en-IN" sz="15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pPr indent="0" algn="ctr">
              <a:buNone/>
            </a:pPr>
            <a:r>
              <a:rPr b="0" lang="en-IN" sz="15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If we check with quan we can get this max sal</a:t>
            </a:r>
            <a:endParaRPr b="0" lang="en-IN" sz="15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ubTitle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How many of them getting above 500000 salary?</a:t>
            </a:r>
            <a:endParaRPr b="0" lang="en-IN" sz="18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count = (dataset['salary'] &gt; 500000).sum()</a:t>
            </a:r>
            <a:endParaRPr b="0" lang="en-IN" sz="18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print("Number of salaries above 5,00,000:",count)  In dataset greater than sal 500000 id we sum we can get count 3 member are geting</a:t>
            </a:r>
            <a:endParaRPr b="0" lang="en-IN" sz="18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ubTitle"/>
          </p:nvPr>
        </p:nvSpPr>
        <p:spPr>
          <a:xfrm>
            <a:off x="360000" y="2843640"/>
            <a:ext cx="9360000" cy="169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r>
              <a:rPr b="0" lang="en-IN" sz="16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Lucida Sans"/>
              </a:rPr>
              <a:t>7)Test the Analysis of Variance between etest_p and mba_p at signifance</a:t>
            </a:r>
            <a:endParaRPr b="0" lang="en-IN" sz="16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r>
              <a:rPr b="0" lang="en-IN" sz="16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Lucida Sans"/>
              </a:rPr>
              <a:t>level 5%.(Make decision using Hypothesis Testing)</a:t>
            </a:r>
            <a:endParaRPr b="0" lang="en-IN" sz="16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r>
              <a:rPr b="0" lang="en-IN" sz="16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Lucida Sans"/>
              </a:rPr>
              <a:t>from scipy.stats import ttest_ind</a:t>
            </a:r>
            <a:endParaRPr b="0" lang="en-IN" sz="16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r>
              <a:rPr b="0" lang="en-IN" sz="16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Lucida Sans"/>
              </a:rPr>
              <a:t>t_stat, p_value = ttest_ind(df['etest_p'], df['mba_p'])</a:t>
            </a:r>
            <a:endParaRPr b="0" lang="en-IN" sz="16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r>
              <a:rPr b="0" lang="en-IN" sz="16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Lucida Sans"/>
              </a:rPr>
              <a:t>print(f_stat)</a:t>
            </a:r>
            <a:endParaRPr b="0" lang="en-IN" sz="16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r>
              <a:rPr b="0" lang="en-IN" sz="16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Lucida Sans"/>
              </a:rPr>
              <a:t>print(p_value)</a:t>
            </a:r>
            <a:r>
              <a:rPr b="0" lang="en-IN" sz="1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Liberation Mono;Courier New;DejaVu Sans Mono;Lucida Sans Typewriter"/>
              </a:rPr>
              <a:t>   </a:t>
            </a:r>
            <a:endParaRPr b="0" lang="en-IN" sz="1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Liberation Mono;Courier New;DejaVu Sans Mono;Lucida Sans Typewriter"/>
              </a:rPr>
              <a:t>fail to reject the null hypothesis.</a:t>
            </a:r>
            <a:r>
              <a:rPr b="0" lang="en-IN" sz="1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Liberation Mono;Courier New;DejaVu Sans Mono;Lucida Sans Typewriter"/>
              </a:rPr>
              <a:t>P Value is more</a:t>
            </a:r>
            <a:endParaRPr b="0" lang="en-IN" sz="18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9000000" cy="500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8)Test the similarity between the degree_t(Sci&amp;Tech) and specialisa-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ion(Mkt&amp;HR) with respect to salary at significance level of 5%.(Make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decision using Hypothesis Testing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from scipy.stats import ttest_ind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dataset=dataset.dropna()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degree=dataset[dataset['degree_t']=='Sci&amp;Tech']["salary"]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specialisation=dataset[dataset['specialisation']=='Mkt&amp;HR']["salary"]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ttest_ind(degree,specialisation)  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reject the null hypothesis.  By checking the Pvalue 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ubTitle"/>
          </p:nvPr>
        </p:nvSpPr>
        <p:spPr>
          <a:xfrm>
            <a:off x="0" y="32400"/>
            <a:ext cx="9000000" cy="500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Liberation Mono;Courier New;DejaVu Sans Mono;Lucida Sans Typewriter"/>
              </a:rPr>
              <a:t>  9)Convert the normal distribution to standard normal distribution for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Liberation Mono;Courier New;DejaVu Sans Mono;Lucida Sans Typewriter"/>
              </a:rPr>
              <a:t>salary column </a:t>
            </a:r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convertion of Normal distribution to  Standed Normal distribution graph.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Liberation Mono;Courier New;DejaVu Sans Mono;Lucida Sans Typewriter"/>
              </a:rPr>
              <a:t>def stand_nor_dist(df):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    import  seaborn as sns #importing requid moduel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    mean=df.mean() # finding mean with dataset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    std =df.std() # finding std with dataset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    values=[i for i in df] # passing dataset in list by useing for loop storeing in values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    z_score=[((s-mean)/std)for s in values] #passing  Normal SD formula in the Values list by useing for loop storeing in z_score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    sns.displot(z_score,kde=True) # Creating graph by list stored z_score  ###  Z_score is formula name to find SND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2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    sum(z_score)/len(z_score) # sumation </a:t>
            </a:r>
            <a:endParaRPr b="0" lang="en-IN" sz="20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ubTitle"/>
          </p:nvPr>
        </p:nvSpPr>
        <p:spPr>
          <a:xfrm>
            <a:off x="0" y="-309960"/>
            <a:ext cx="9000000" cy="516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r>
              <a:rPr b="0" lang="en-IN" sz="1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Liberation Mono;Courier New;DejaVu Sans Mono;Lucida Sans Typewriter"/>
              </a:rPr>
              <a:t>)</a:t>
            </a:r>
            <a:r>
              <a:rPr b="0" lang="en-IN" sz="16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What is the probability Density Function of the salary range from</a:t>
            </a:r>
            <a:endParaRPr b="0" lang="en-IN" sz="16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r>
              <a:rPr b="0" lang="en-IN" sz="16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 700000 to 900000? </a:t>
            </a:r>
            <a:endParaRPr b="0" lang="en-IN" sz="16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r>
              <a:rPr b="0" lang="en-IN" sz="16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If we place in graph we get the PDF</a:t>
            </a:r>
            <a:endParaRPr b="0" lang="en-IN" sz="16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r>
              <a:rPr b="0" lang="en-IN" sz="16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Below will place the graph</a:t>
            </a:r>
            <a:endParaRPr b="0" lang="en-IN" sz="16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</p:txBody>
      </p:sp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5850720" y="1080000"/>
            <a:ext cx="4229280" cy="3420000"/>
          </a:xfrm>
          <a:prstGeom prst="rect">
            <a:avLst/>
          </a:prstGeom>
          <a:noFill/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 txBox="1"/>
          <p:nvPr/>
        </p:nvSpPr>
        <p:spPr>
          <a:xfrm>
            <a:off x="2207880" y="1810080"/>
            <a:ext cx="6481080" cy="51984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12)Which parameter is highly correlated with salary?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df[quan].corr()['salary']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  <a:ea typeface="Liberation Mono;Courier New;DejaVu Sans Mono;Lucida Sans Typewriter"/>
            </a:endParaRPr>
          </a:p>
          <a:p>
            <a:pPr>
              <a:lnSpc>
                <a:spcPct val="100000"/>
              </a:lnSpc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Liberation Mono;Courier New;DejaVu Sans Mono;Lucida Sans Typewriter"/>
              </a:rPr>
              <a:t>Ssc pis the most highly correlated parameter with salary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sl_no       0.002543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  <a:ea typeface="Liberation Mono;Courier New;DejaVu Sans Mono;Lucida Sans Typewri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ubTitle"/>
          </p:nvPr>
        </p:nvSpPr>
        <p:spPr>
          <a:xfrm>
            <a:off x="0" y="32400"/>
            <a:ext cx="9000000" cy="500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r>
              <a:rPr b="0" lang="en-IN" sz="15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plot any useful graph and explain it.</a:t>
            </a:r>
            <a:endParaRPr b="0" lang="en-IN" sz="15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15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import seaborn as sns</a:t>
            </a:r>
            <a:endParaRPr b="0" lang="en-IN" sz="15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r>
              <a:rPr b="0" lang="en-IN" sz="15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sns.distplot(df["ssc_p"]) </a:t>
            </a:r>
            <a:endParaRPr b="0" lang="en-IN" sz="15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endParaRPr b="0" lang="en-IN" sz="15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  <a:p>
            <a:endParaRPr b="0" lang="en-IN" sz="1500" strike="noStrike" u="non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  <a:ea typeface="Liberation Mono;Courier New;DejaVu Sans Mono;Lucida Sans Typewriter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3960000" y="360000"/>
            <a:ext cx="5040000" cy="41144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3" name=""/>
          <p:cNvSpPr txBox="1"/>
          <p:nvPr/>
        </p:nvSpPr>
        <p:spPr>
          <a:xfrm>
            <a:off x="0" y="2700000"/>
            <a:ext cx="3426840" cy="85788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graph is about the SSC passing percentage for a normal density curve. The range of 30 to 100 density was up to 0.040. The cure started at 30, ended at 100, and the peak went up to 0.031; the inside bar went up to 0.040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2026-01-02T15:38:49Z</dcterms:created>
  <dc:creator/>
  <dc:description>This work is licensed under a Creative Commons 0 License.
It makes use of the works of kka_libo_design@ashisuto.co.jp.</dc:description>
  <dc:language>en-IN</dc:language>
  <cp:lastModifiedBy/>
  <dcterms:modified xsi:type="dcterms:W3CDTF">2026-01-02T17:00:23Z</dcterms:modified>
  <cp:revision>2</cp:revision>
  <dc:subject/>
  <dc:title>Blue Curve</dc:title>
</cp:coreProperties>
</file>